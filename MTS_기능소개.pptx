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645920"/>
            <a:ext cx="4114800" cy="4114800"/>
          </a:xfrm>
          <a:prstGeom prst="ellipse">
            <a:avLst/>
          </a:prstGeom>
          <a:solidFill>
            <a:srgbClr val="028090">
              <a:alpha val="22000"/>
            </a:srgbClr>
          </a:solidFill>
          <a:ln w="12700">
            <a:solidFill>
              <a:srgbClr val="028090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926080"/>
            <a:ext cx="3474720" cy="3474720"/>
          </a:xfrm>
          <a:prstGeom prst="ellipse">
            <a:avLst/>
          </a:prstGeom>
          <a:solidFill>
            <a:srgbClr val="00A896">
              <a:alpha val="18000"/>
            </a:srgbClr>
          </a:solidFill>
          <a:ln w="12700">
            <a:solidFill>
              <a:srgbClr val="00A896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34440"/>
            <a:ext cx="1828800" cy="347472"/>
          </a:xfrm>
          <a:prstGeom prst="roundRect">
            <a:avLst>
              <a:gd name="adj" fmla="val 3157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i-Deundeun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MTS 기능 소개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 검색  ·  차트  ·  매수  ·  매도  ·  잔고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977640"/>
            <a:ext cx="3474720" cy="713232"/>
          </a:xfrm>
          <a:prstGeom prst="roundRect">
            <a:avLst>
              <a:gd name="adj" fmla="val 15385"/>
            </a:avLst>
          </a:prstGeom>
          <a:solidFill>
            <a:srgbClr val="028090">
              <a:alpha val="22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97764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</a:rPr>
              <a:t>5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 가지 핵심 기능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2533"/>
          </a:solidFill>
          <a:ln w="12700">
            <a:solidFill>
              <a:srgbClr val="0A25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438912" y="1298448"/>
            <a:ext cx="1005840" cy="10058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53896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254203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 검색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11480" y="318211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원하는 ETF를 빠르게 탐색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686300"/>
            <a:ext cx="34747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0" y="411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840480" y="1051560"/>
            <a:ext cx="4892040" cy="987552"/>
          </a:xfrm>
          <a:prstGeom prst="roundRect">
            <a:avLst>
              <a:gd name="adj" fmla="val 9259"/>
            </a:avLst>
          </a:prstGeom>
          <a:solidFill>
            <a:srgbClr val="F4FEFF"/>
          </a:solidFill>
          <a:ln w="12700">
            <a:solidFill>
              <a:srgbClr val="B2EBF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023360" y="1298448"/>
            <a:ext cx="493776" cy="49377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23360" y="12984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663440" y="1051560"/>
            <a:ext cx="3886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종목명 · 코드로 실시간 검색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840480" y="2295144"/>
            <a:ext cx="4892040" cy="987552"/>
          </a:xfrm>
          <a:prstGeom prst="roundRect">
            <a:avLst>
              <a:gd name="adj" fmla="val 9259"/>
            </a:avLst>
          </a:prstGeom>
          <a:solidFill>
            <a:srgbClr val="F4FEFF"/>
          </a:solidFill>
          <a:ln w="12700">
            <a:solidFill>
              <a:srgbClr val="B2EBF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023360" y="2542032"/>
            <a:ext cx="493776" cy="49377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23360" y="25420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663440" y="2295144"/>
            <a:ext cx="3886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현재가 및 등락률 즉시 확인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840480" y="3538728"/>
            <a:ext cx="4892040" cy="987552"/>
          </a:xfrm>
          <a:prstGeom prst="roundRect">
            <a:avLst>
              <a:gd name="adj" fmla="val 9259"/>
            </a:avLst>
          </a:prstGeom>
          <a:solidFill>
            <a:srgbClr val="F4FEFF"/>
          </a:solidFill>
          <a:ln w="12700">
            <a:solidFill>
              <a:srgbClr val="B2EBF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023360" y="3785616"/>
            <a:ext cx="493776" cy="49377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023360" y="37856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663440" y="3538728"/>
            <a:ext cx="3886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 ETF 목록 빠른 접근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2533"/>
          </a:solidFill>
          <a:ln w="12700">
            <a:solidFill>
              <a:srgbClr val="0A25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438912" y="1298448"/>
            <a:ext cx="1005840" cy="10058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53896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254203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차트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11480" y="318211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캔들 차트로 시세 파악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686300"/>
            <a:ext cx="34747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0" y="411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840480" y="1051560"/>
            <a:ext cx="4892040" cy="987552"/>
          </a:xfrm>
          <a:prstGeom prst="roundRect">
            <a:avLst>
              <a:gd name="adj" fmla="val 9259"/>
            </a:avLst>
          </a:prstGeom>
          <a:solidFill>
            <a:srgbClr val="F4FEFF"/>
          </a:solidFill>
          <a:ln w="12700">
            <a:solidFill>
              <a:srgbClr val="B2EBF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023360" y="1298448"/>
            <a:ext cx="493776" cy="49377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23360" y="12984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663440" y="1051560"/>
            <a:ext cx="3886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1분 · 10분 · 30분 · 1시간 · 일봉 지원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840480" y="2295144"/>
            <a:ext cx="4892040" cy="987552"/>
          </a:xfrm>
          <a:prstGeom prst="roundRect">
            <a:avLst>
              <a:gd name="adj" fmla="val 9259"/>
            </a:avLst>
          </a:prstGeom>
          <a:solidFill>
            <a:srgbClr val="F4FEFF"/>
          </a:solidFill>
          <a:ln w="12700">
            <a:solidFill>
              <a:srgbClr val="B2EBF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023360" y="2542032"/>
            <a:ext cx="493776" cy="49377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23360" y="25420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663440" y="2295144"/>
            <a:ext cx="3886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LS증권 실시간 시세 연동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840480" y="3538728"/>
            <a:ext cx="4892040" cy="987552"/>
          </a:xfrm>
          <a:prstGeom prst="roundRect">
            <a:avLst>
              <a:gd name="adj" fmla="val 9259"/>
            </a:avLst>
          </a:prstGeom>
          <a:solidFill>
            <a:srgbClr val="F4FEFF"/>
          </a:solidFill>
          <a:ln w="12700">
            <a:solidFill>
              <a:srgbClr val="B2EBF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023360" y="3785616"/>
            <a:ext cx="493776" cy="49377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023360" y="37856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663440" y="3538728"/>
            <a:ext cx="3886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캔들 자동 추가 반영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2533"/>
          </a:solidFill>
          <a:ln w="12700">
            <a:solidFill>
              <a:srgbClr val="0A25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438912" y="1298448"/>
            <a:ext cx="1005840" cy="10058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53896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254203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매수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11480" y="318211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목표와 연동된 스마트 매수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686300"/>
            <a:ext cx="34747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0" y="411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840480" y="1051560"/>
            <a:ext cx="4892040" cy="987552"/>
          </a:xfrm>
          <a:prstGeom prst="roundRect">
            <a:avLst>
              <a:gd name="adj" fmla="val 9259"/>
            </a:avLst>
          </a:prstGeom>
          <a:solidFill>
            <a:srgbClr val="F4FEFF"/>
          </a:solidFill>
          <a:ln w="12700">
            <a:solidFill>
              <a:srgbClr val="B2EBF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023360" y="1298448"/>
            <a:ext cx="493776" cy="49377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23360" y="12984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663440" y="1051560"/>
            <a:ext cx="3886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· 세부목표 태깅 후 매수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840480" y="2295144"/>
            <a:ext cx="4892040" cy="987552"/>
          </a:xfrm>
          <a:prstGeom prst="roundRect">
            <a:avLst>
              <a:gd name="adj" fmla="val 9259"/>
            </a:avLst>
          </a:prstGeom>
          <a:solidFill>
            <a:srgbClr val="F4FEFF"/>
          </a:solidFill>
          <a:ln w="12700">
            <a:solidFill>
              <a:srgbClr val="B2EBF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023360" y="2542032"/>
            <a:ext cx="493776" cy="49377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23360" y="25420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663440" y="2295144"/>
            <a:ext cx="3886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예수금 실시간 확인 및 차감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840480" y="3538728"/>
            <a:ext cx="4892040" cy="987552"/>
          </a:xfrm>
          <a:prstGeom prst="roundRect">
            <a:avLst>
              <a:gd name="adj" fmla="val 9259"/>
            </a:avLst>
          </a:prstGeom>
          <a:solidFill>
            <a:srgbClr val="F4FEFF"/>
          </a:solidFill>
          <a:ln w="12700">
            <a:solidFill>
              <a:srgbClr val="B2EBF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023360" y="3785616"/>
            <a:ext cx="493776" cy="49377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023360" y="37856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663440" y="3538728"/>
            <a:ext cx="3886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확인 → 완료 화면 제공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2533"/>
          </a:solidFill>
          <a:ln w="12700">
            <a:solidFill>
              <a:srgbClr val="0A25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438912" y="1298448"/>
            <a:ext cx="1005840" cy="10058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53896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254203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매도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11480" y="318211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보유 ETF를 손쉽게 처분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686300"/>
            <a:ext cx="34747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0" y="411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840480" y="1051560"/>
            <a:ext cx="4892040" cy="987552"/>
          </a:xfrm>
          <a:prstGeom prst="roundRect">
            <a:avLst>
              <a:gd name="adj" fmla="val 9259"/>
            </a:avLst>
          </a:prstGeom>
          <a:solidFill>
            <a:srgbClr val="F4FEFF"/>
          </a:solidFill>
          <a:ln w="12700">
            <a:solidFill>
              <a:srgbClr val="B2EBF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023360" y="1298448"/>
            <a:ext cx="493776" cy="49377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23360" y="12984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663440" y="1051560"/>
            <a:ext cx="3886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보유 수량 내 매도 수량 선택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840480" y="2295144"/>
            <a:ext cx="4892040" cy="987552"/>
          </a:xfrm>
          <a:prstGeom prst="roundRect">
            <a:avLst>
              <a:gd name="adj" fmla="val 9259"/>
            </a:avLst>
          </a:prstGeom>
          <a:solidFill>
            <a:srgbClr val="F4FEFF"/>
          </a:solidFill>
          <a:ln w="12700">
            <a:solidFill>
              <a:srgbClr val="B2EBF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023360" y="2542032"/>
            <a:ext cx="493776" cy="49377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23360" y="25420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663440" y="2295144"/>
            <a:ext cx="3886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원칙으로 연결 자동 정산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840480" y="3538728"/>
            <a:ext cx="4892040" cy="987552"/>
          </a:xfrm>
          <a:prstGeom prst="roundRect">
            <a:avLst>
              <a:gd name="adj" fmla="val 9259"/>
            </a:avLst>
          </a:prstGeom>
          <a:solidFill>
            <a:srgbClr val="F4FEFF"/>
          </a:solidFill>
          <a:ln w="12700">
            <a:solidFill>
              <a:srgbClr val="B2EBF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023360" y="3785616"/>
            <a:ext cx="493776" cy="49377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023360" y="37856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663440" y="3538728"/>
            <a:ext cx="3886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확인 → 완료 화면 제공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2533"/>
          </a:solidFill>
          <a:ln w="12700">
            <a:solidFill>
              <a:srgbClr val="0A25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438912" y="1298448"/>
            <a:ext cx="1005840" cy="10058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53896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254203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잔고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11480" y="318211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자산 현황을 한눈에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686300"/>
            <a:ext cx="34747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0" y="411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840480" y="1051560"/>
            <a:ext cx="4892040" cy="987552"/>
          </a:xfrm>
          <a:prstGeom prst="roundRect">
            <a:avLst>
              <a:gd name="adj" fmla="val 9259"/>
            </a:avLst>
          </a:prstGeom>
          <a:solidFill>
            <a:srgbClr val="F4FEFF"/>
          </a:solidFill>
          <a:ln w="12700">
            <a:solidFill>
              <a:srgbClr val="B2EBF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023360" y="1298448"/>
            <a:ext cx="493776" cy="49377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23360" y="12984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663440" y="1051560"/>
            <a:ext cx="3886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평가금액 · 매수금액 · 예수금 조회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840480" y="2295144"/>
            <a:ext cx="4892040" cy="987552"/>
          </a:xfrm>
          <a:prstGeom prst="roundRect">
            <a:avLst>
              <a:gd name="adj" fmla="val 9259"/>
            </a:avLst>
          </a:prstGeom>
          <a:solidFill>
            <a:srgbClr val="F4FEFF"/>
          </a:solidFill>
          <a:ln w="12700">
            <a:solidFill>
              <a:srgbClr val="B2EBF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023360" y="2542032"/>
            <a:ext cx="493776" cy="49377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23360" y="25420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663440" y="2295144"/>
            <a:ext cx="3886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ETF별 매수금액 · 평가금액 · 평균단가 · 현재가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840480" y="3538728"/>
            <a:ext cx="4892040" cy="987552"/>
          </a:xfrm>
          <a:prstGeom prst="roundRect">
            <a:avLst>
              <a:gd name="adj" fmla="val 9259"/>
            </a:avLst>
          </a:prstGeom>
          <a:solidFill>
            <a:srgbClr val="F4FEFF"/>
          </a:solidFill>
          <a:ln w="12700">
            <a:solidFill>
              <a:srgbClr val="B2EBF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023360" y="3785616"/>
            <a:ext cx="493776" cy="49377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023360" y="37856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663440" y="3538728"/>
            <a:ext cx="3886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종목별 손익률 실시간 확인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MTS 기능 소개</dc:title>
  <dc:subject>PptxGenJS Presentation</dc:subject>
  <dc:creator>PptxGenJS</dc:creator>
  <cp:lastModifiedBy>PptxGenJS</cp:lastModifiedBy>
  <cp:revision>1</cp:revision>
  <dcterms:created xsi:type="dcterms:W3CDTF">2026-06-30T12:40:20Z</dcterms:created>
  <dcterms:modified xsi:type="dcterms:W3CDTF">2026-06-30T12:40:20Z</dcterms:modified>
</cp:coreProperties>
</file>